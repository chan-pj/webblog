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C3FAA"/>
                </a:solidFill>
              </a:defRPr>
            </a:pPr>
            <a:r>
              <a:t>PRD 기반 블로그 플랫폼 설계와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529"/>
                </a:solidFill>
              </a:defRPr>
            </a:pPr>
            <a:r>
              <a:t>수업 발표 자료 (40분 · 20페이지)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왜 PRD가 필요한가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요구사항 누락과 해석 차이를 줄인다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팀의 공통 언어를 만든다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테스트 기준(수용 기준)을 명확히 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PRD의 핵심 구성요소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문제 정의와 목표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범위(In Scope / Out of Scope)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사용자 역할/시나리오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기능·비기능 요구사항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수용 기준과 성공 지표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프로젝트 배경과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권한 분리가 약하면 운영 안정성이 떨어진다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승인 절차가 없으면 관리자 권한 오남용 가능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업로드 정책이 없으면 저장소/비용 통제가 어렵다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이해관계자와 사용자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슈퍼관리자: 승인/정책 통제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블로그관리자: 블로그 운영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블로그멤버: 열람·작성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강사/조교: 학습 성과 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역할 모델(RBAC)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SUPER_ADMIN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BLOG_ADMIN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BLOG_MEMBER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승인 상태: is_approved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인증/가입 요구사항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이메일 로그인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카카오 OAuth 로그인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가입 유형 선택(BLOG_ADMIN / BLOG_MEMBER)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BLOG_ADMIN은 승인 전 대기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로그인 후 라우팅 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SUPER_ADMIN -&gt; 관리자 대시보드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승인 전 BLOG_ADMIN -&gt; 대기 화면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BLOG_MEMBER -&gt; 소속 블로그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블로그멤버 글쓰기 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소유자 또는 ACTIVE 멤버만 글쓰기 가능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미가입 블로그는 읽기 전용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작성자 ID는 세션 사용자 기준으로 강제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슈퍼관리자 정책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관리자 승인/권한 부여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게시판 생성 쿼터 제한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이미지 개수/크기 제한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관리 차단/프로파일 제한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데이터 모델 설계 포인트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blog_user: 역할/승인/권한/제한/프로파일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blog: 게시판/이미지 제한 값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기본값(default) 설계가 운영 안정성에 중요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마이그레이션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신규 구축: 01_create_tables.sql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기존 업그레이드: 03_migrate_to_super_admin_model.sql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role 정규화: ADMIN-&gt;SUPER_ADMIN, USER-&gt;BLOG_MEMBER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백엔드 아키텍처 연결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Controller -&gt; Service -&gt; Mapper -&gt; DB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Interceptor로 /admin/** 보호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권한 체크는 서버 계층에서 일관 적용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화면 설계와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관리자 대시보드에서 정책값 편집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읽기 전용 사용자에게 안내 메시지 제공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승인 대기 상태를 명확히 표시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테스트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기능 테스트: 로그인/승인/권한 변경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보안 테스트: 위변조/우회 시도 차단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회귀 테스트: 기존 기능 영향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수용 기준(AC)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승인 전 BLOG_ADMIN은 대기 화면 이동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SUPER_ADMIN만 /admin/** 접근 가능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가입 블로그 외 글쓰기 차단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정책 저장 후 DB 반영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워터폴 vs 애자일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워터폴: 문서 중심, 변경 대응 느림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애자일: 반복 중심, 피드백 빠름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수업 프로젝트 권장: 애자일 + 최소 PRD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스프린트 운영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스프린트1: 인증/역할/마이그레이션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스프린트2: 관리자 정책 UI/권한 검증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리뷰/회고로 개선점 도출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학생 실습 확장 과제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댓글/대댓글 권한 모델 추가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게시글 비밀번호 열람 정책 구현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감사 로그 테이블 설계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결론 및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PRD는 개발 전체의 기준선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권한 기능의 최종 책임은 서버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- 좋은 요구사항이 좋은 구현을 만든다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109728" cy="5120640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56539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3FAA"/>
                </a:solidFill>
              </a:defRPr>
            </a:pPr>
            <a:r>
              <a:t>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