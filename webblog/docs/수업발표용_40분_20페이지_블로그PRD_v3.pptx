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961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3FAA"/>
                </a:solidFill>
              </a:defRPr>
            </a:pPr>
            <a:r>
              <a:t>PRD 기반 블로그 플랫폼 설계와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한국폴리텍대학 | 블로그 실습</a:t>
            </a:r>
          </a:p>
          <a:p>
            <a:pPr>
              <a:defRPr sz="1700">
                <a:solidFill>
                  <a:srgbClr val="212529"/>
                </a:solidFill>
              </a:defRPr>
            </a:pPr>
            <a:r>
              <a:t>박영길 | 2026년1학기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822960"/>
            <a:ext cx="2103120" cy="1097280"/>
          </a:xfrm>
          <a:prstGeom prst="roundRect">
            <a:avLst/>
          </a:prstGeom>
          <a:solidFill>
            <a:srgbClr val="E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1C3FAA"/>
                </a:solidFill>
              </a:defRPr>
            </a:pPr>
            <a:r>
              <a:t>학교 로고</a:t>
            </a:r>
          </a:p>
          <a:p>
            <a:r>
              <a:t>(선택)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왜 PRD가 필요한가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요구사항 누락과 해석 차이를 줄인다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팀의 공통 언어를 만든다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테스트 기준(수용 기준)을 명확히 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PRD의 핵심 구성요소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문제 정의와 목표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범위(In Scope / Out of Scope)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사용자 역할/시나리오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기능·비기능 요구사항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수용 기준과 성공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프로젝트 배경과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분리가 약하면 운영 안정성이 떨어진다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절차가 없으면 관리자 권한 오남용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업로드 정책이 없으면 저장소/비용 통제가 어렵다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역할 모델(RBAC)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BLOG_ADMIN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BLOG_MEMBER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상태: is_approved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인증/가입 요구사항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이메일 로그인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카카오 OAuth 로그인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가입 유형 선택(BLOG_ADMIN / BLOG_MEMBER)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BLOG_ADMIN은 승인 전 대기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로그인 후 라우팅 정책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 -&gt; 관리자 대시보드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전 BLOG_ADMIN -&gt; 대기 화면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BLOG_MEMBER -&gt; 소속 블로그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블로그멤버 글쓰기 정책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소유자 또는 ACTIVE 멤버만 글쓰기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미가입 블로그는 읽기 전용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작성자 ID는 세션 사용자 기준으로 강제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슈퍼관리자 정책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관리자 승인/권한 부여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게시판 생성 쿼터 제한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이미지 개수/크기 제한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 차단/프로파일 제한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데이터 모델 설계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blog_user: 역할/승인/권한/제한/프로파일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blog: 게시판/이미지 제한 값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기본값(default) 설계가 운영 안정성에 중요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마이그레이션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신규 구축: 01_create_tables.sql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기존 업그레이드: 03_migrate_to_super_admin_model.sql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role 정규화: ADMIN-&gt;SUPER_ADMIN, USER-&gt;BLOG_MEMBER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백엔드 아키텍처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Controller -&gt; Service -&gt; Mapper -&gt; DB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Interceptor로 /admin/** 보호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체크는 서버 계층에서 일관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화면 설계와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관리자 대시보드에서 정책값 편집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읽기 전용 사용자에게 안내 메시지 제공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대기 상태를 명확히 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테스트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기능 테스트: 로그인/승인/권한 변경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보안 테스트: 위변조/우회 시도 차단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회귀 테스트: 기존 기능 영향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수용 기준(AC)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전 BLOG_ADMIN은 대기 화면 이동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SUPER_ADMIN만 /admin/** 접근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가입 블로그 외 글쓰기 차단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정책 저장 후 DB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예시 화면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`docs/screenshots`에 이미지를 넣으면 자동 삽입됩니다.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추천 파일명: 01-home.png, 02-login.png, 03-admin-dashboard.png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예시 화면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`docs/screenshots`에 이미지를 넣으면 자동 삽입됩니다.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추천 파일명: 01-home.png, 02-login.png, 03-admin-dashboard.png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예시 화면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`docs/screenshots`에 이미지를 넣으면 자동 삽입됩니다.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추천 파일명: 01-home.png, 02-login.png, 03-admin-dashboard.png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학생 실습 확장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댓글/대댓글 권한 모델 추가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게시글 비밀번호 열람 정책 구현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감사 로그 테이블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결론 및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PRD는 개발 전체의 기준선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기능의 최종 책임은 서버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좋은 요구사항이 좋은 구현을 만든다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5653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