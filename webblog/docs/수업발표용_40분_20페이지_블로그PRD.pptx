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PRD는 개발 속도를 늦추는 문서가 아니라, 재작업 비용을 줄이는 문서임을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학생들에게 PRD는 설계서가 아니라 제품 방향 문서라는 점을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 정의가 선행되어야 요구사항 우선순위를 세울 수 있음을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역할별 기대가 다르므로 요구사항도 역할별로 작성해야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역할(role)과 상태(state)를 함께 봐야 실제 권한을 정의할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인증 기능이라도 가입 이후 상태 전이가 제품 품질을 좌우합니다.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로그인 성공 이후의 경로 정책을 요구사항으로 명시해야 혼선이 줄어듭니다.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 제어만으로는 보안이 안 되므로 서버 검증이 필수임을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정책을 데이터 컬럼과 화면 설정으로 연결하면 운영 자동화가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정책형 서비스에서는 DB 스키마 자체가 운영 정책이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현업에서는 신규 개발보다 무중단/안전 마이그레이션 역량이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계층 분리가 되어야 정책 변경 시 수정 범위를 최소화할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권한 차단 시 사용자에게 이유를 설명하면 불필요한 문의를 줄일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권한 기능은 정상 케이스보다 비정상 케이스 테스트가 더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AC는 '언제 완료로 볼 것인가'를 정의하는 합의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방법론은 정답이 아니라 상황에 맞춘 선택임을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작은 완료 단위를 빠르게 반복하면 팀 학습 속도가 빨라집니다.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PRD 템플릿으로 기능 하나를 직접 정의해보게 유도합니다.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질의응답 시 '요구사항-설계-구현-테스트' 연결 관점으로 답변하도록 유도합니다.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PRD 기반 블로그 플랫폼 설계와 구현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수업 발표 자료 (40분 · 20페이지)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왜 PRD가 필요한가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요구사항 누락과 해석 차이를 줄인다</a:t>
            </a:r>
          </a:p>
          <a:p>
            <a:pPr>
              <a:defRPr sz="2100"/>
            </a:pPr>
            <a:r>
              <a:t>팀의 공통 언어를 만든다</a:t>
            </a:r>
          </a:p>
          <a:p>
            <a:pPr>
              <a:defRPr sz="2100"/>
            </a:pPr>
            <a:r>
              <a:t>테스트 기준(수용 기준)을 명확히 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PRD의 핵심 구성요소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문제 정의와 목표</a:t>
            </a:r>
          </a:p>
          <a:p>
            <a:pPr>
              <a:defRPr sz="2100"/>
            </a:pPr>
            <a:r>
              <a:t>범위(In Scope / Out of Scope)</a:t>
            </a:r>
          </a:p>
          <a:p>
            <a:pPr>
              <a:defRPr sz="2100"/>
            </a:pPr>
            <a:r>
              <a:t>사용자 역할/시나리오</a:t>
            </a:r>
          </a:p>
          <a:p>
            <a:pPr>
              <a:defRPr sz="2100"/>
            </a:pPr>
            <a:r>
              <a:t>기능·비기능 요구사항</a:t>
            </a:r>
          </a:p>
          <a:p>
            <a:pPr>
              <a:defRPr sz="2100"/>
            </a:pPr>
            <a:r>
              <a:t>수용 기준과 성공 지표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프로젝트 배경과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권한 분리가 약하면 운영 안정성이 떨어진다</a:t>
            </a:r>
          </a:p>
          <a:p>
            <a:pPr>
              <a:defRPr sz="2100"/>
            </a:pPr>
            <a:r>
              <a:t>승인 절차가 없으면 관리자 권한 오남용 가능</a:t>
            </a:r>
          </a:p>
          <a:p>
            <a:pPr>
              <a:defRPr sz="2100"/>
            </a:pPr>
            <a:r>
              <a:t>업로드 정책이 없으면 저장소/비용 통제가 어렵다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이해관계자와 사용자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슈퍼관리자: 승인/정책 통제</a:t>
            </a:r>
          </a:p>
          <a:p>
            <a:pPr>
              <a:defRPr sz="2100"/>
            </a:pPr>
            <a:r>
              <a:t>블로그관리자: 블로그 운영</a:t>
            </a:r>
          </a:p>
          <a:p>
            <a:pPr>
              <a:defRPr sz="2100"/>
            </a:pPr>
            <a:r>
              <a:t>블로그멤버: 열람·작성</a:t>
            </a:r>
          </a:p>
          <a:p>
            <a:pPr>
              <a:defRPr sz="2100"/>
            </a:pPr>
            <a:r>
              <a:t>강사/조교: 학습 성과 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역할 모델(RBAC)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SUPER_ADMIN</a:t>
            </a:r>
          </a:p>
          <a:p>
            <a:pPr>
              <a:defRPr sz="2100"/>
            </a:pPr>
            <a:r>
              <a:t>BLOG_ADMIN</a:t>
            </a:r>
          </a:p>
          <a:p>
            <a:pPr>
              <a:defRPr sz="2100"/>
            </a:pPr>
            <a:r>
              <a:t>BLOG_MEMBER</a:t>
            </a:r>
          </a:p>
          <a:p>
            <a:pPr>
              <a:defRPr sz="2100"/>
            </a:pPr>
            <a:r>
              <a:t>승인 상태: is_approved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인증/가입 요구사항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이메일 로그인</a:t>
            </a:r>
          </a:p>
          <a:p>
            <a:pPr>
              <a:defRPr sz="2100"/>
            </a:pPr>
            <a:r>
              <a:t>카카오 OAuth 로그인</a:t>
            </a:r>
          </a:p>
          <a:p>
            <a:pPr>
              <a:defRPr sz="2100"/>
            </a:pPr>
            <a:r>
              <a:t>가입 유형 선택(BLOG_ADMIN / BLOG_MEMBER)</a:t>
            </a:r>
          </a:p>
          <a:p>
            <a:pPr>
              <a:defRPr sz="2100"/>
            </a:pPr>
            <a:r>
              <a:t>BLOG_ADMIN은 승인 전 대기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로그인 후 라우팅 정책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SUPER_ADMIN -&gt; 관리자 대시보드</a:t>
            </a:r>
          </a:p>
          <a:p>
            <a:pPr>
              <a:defRPr sz="2100"/>
            </a:pPr>
            <a:r>
              <a:t>승인 전 BLOG_ADMIN -&gt; 대기 화면</a:t>
            </a:r>
          </a:p>
          <a:p>
            <a:pPr>
              <a:defRPr sz="2100"/>
            </a:pPr>
            <a:r>
              <a:t>BLOG_MEMBER -&gt; 소속 블로그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블로그멤버 글쓰기 정책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소유자 또는 ACTIVE 멤버만 글쓰기 가능</a:t>
            </a:r>
          </a:p>
          <a:p>
            <a:pPr>
              <a:defRPr sz="2100"/>
            </a:pPr>
            <a:r>
              <a:t>미가입 블로그는 읽기 전용</a:t>
            </a:r>
          </a:p>
          <a:p>
            <a:pPr>
              <a:defRPr sz="2100"/>
            </a:pPr>
            <a:r>
              <a:t>작성자 ID는 세션 사용자 기준으로 강제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슈퍼관리자 정책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관리자 승인/권한 부여</a:t>
            </a:r>
          </a:p>
          <a:p>
            <a:pPr>
              <a:defRPr sz="2100"/>
            </a:pPr>
            <a:r>
              <a:t>게시판 생성 쿼터 제한</a:t>
            </a:r>
          </a:p>
          <a:p>
            <a:pPr>
              <a:defRPr sz="2100"/>
            </a:pPr>
            <a:r>
              <a:t>이미지 개수/크기 제한</a:t>
            </a:r>
          </a:p>
          <a:p>
            <a:pPr>
              <a:defRPr sz="2100"/>
            </a:pPr>
            <a:r>
              <a:t>관리 차단/프로파일 제한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데이터 모델 설계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blog_user: 역할/승인/권한/제한/프로파일</a:t>
            </a:r>
          </a:p>
          <a:p>
            <a:pPr>
              <a:defRPr sz="2100"/>
            </a:pPr>
            <a:r>
              <a:t>blog: 게시판/이미지 제한 값</a:t>
            </a:r>
          </a:p>
          <a:p>
            <a:pPr>
              <a:defRPr sz="2100"/>
            </a:pPr>
            <a:r>
              <a:t>기본값(default) 설계가 운영 안정성에 중요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마이그레이션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신규 구축: 01_create_tables.sql</a:t>
            </a:r>
          </a:p>
          <a:p>
            <a:pPr>
              <a:defRPr sz="2100"/>
            </a:pPr>
            <a:r>
              <a:t>기존 업그레이드: 03_migrate_to_super_admin_model.sql</a:t>
            </a:r>
          </a:p>
          <a:p>
            <a:pPr>
              <a:defRPr sz="2100"/>
            </a:pPr>
            <a:r>
              <a:t>role 정규화: ADMIN-&gt;SUPER_ADMIN, USER-&gt;BLOG_MEMBER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백엔드 아키텍처 연결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Controller -&gt; Service -&gt; Mapper -&gt; DB</a:t>
            </a:r>
          </a:p>
          <a:p>
            <a:pPr>
              <a:defRPr sz="2100"/>
            </a:pPr>
            <a:r>
              <a:t>Interceptor로 /admin/** 보호</a:t>
            </a:r>
          </a:p>
          <a:p>
            <a:pPr>
              <a:defRPr sz="2100"/>
            </a:pPr>
            <a:r>
              <a:t>권한 체크는 서버 계층에서 일관 적용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화면 설계와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관리자 대시보드에서 정책값 편집</a:t>
            </a:r>
          </a:p>
          <a:p>
            <a:pPr>
              <a:defRPr sz="2100"/>
            </a:pPr>
            <a:r>
              <a:t>읽기 전용 사용자에게 안내 메시지 제공</a:t>
            </a:r>
          </a:p>
          <a:p>
            <a:pPr>
              <a:defRPr sz="2100"/>
            </a:pPr>
            <a:r>
              <a:t>승인 대기 상태를 명확히 표시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테스트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기능 테스트: 로그인/승인/권한 변경</a:t>
            </a:r>
          </a:p>
          <a:p>
            <a:pPr>
              <a:defRPr sz="2100"/>
            </a:pPr>
            <a:r>
              <a:t>보안 테스트: 위변조/우회 시도 차단</a:t>
            </a:r>
          </a:p>
          <a:p>
            <a:pPr>
              <a:defRPr sz="2100"/>
            </a:pPr>
            <a:r>
              <a:t>회귀 테스트: 기존 기능 영향 확인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수용 기준(AC)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승인 전 BLOG_ADMIN은 대기 화면 이동</a:t>
            </a:r>
          </a:p>
          <a:p>
            <a:pPr>
              <a:defRPr sz="2100"/>
            </a:pPr>
            <a:r>
              <a:t>SUPER_ADMIN만 /admin/** 접근 가능</a:t>
            </a:r>
          </a:p>
          <a:p>
            <a:pPr>
              <a:defRPr sz="2100"/>
            </a:pPr>
            <a:r>
              <a:t>가입 블로그 외 글쓰기 차단</a:t>
            </a:r>
          </a:p>
          <a:p>
            <a:pPr>
              <a:defRPr sz="2100"/>
            </a:pPr>
            <a:r>
              <a:t>정책 저장 후 DB 반영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워터폴 vs 애자일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워터폴: 문서 중심, 변경 대응 느림</a:t>
            </a:r>
          </a:p>
          <a:p>
            <a:pPr>
              <a:defRPr sz="2100"/>
            </a:pPr>
            <a:r>
              <a:t>애자일: 반복 중심, 피드백 빠름</a:t>
            </a:r>
          </a:p>
          <a:p>
            <a:pPr>
              <a:defRPr sz="2100"/>
            </a:pPr>
            <a:r>
              <a:t>수업 프로젝트 권장: 애자일 + 최소 PRD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스프린트 운영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스프린트1: 인증/역할/마이그레이션</a:t>
            </a:r>
          </a:p>
          <a:p>
            <a:pPr>
              <a:defRPr sz="2100"/>
            </a:pPr>
            <a:r>
              <a:t>스프린트2: 관리자 정책 UI/권한 검증</a:t>
            </a:r>
          </a:p>
          <a:p>
            <a:pPr>
              <a:defRPr sz="2100"/>
            </a:pPr>
            <a:r>
              <a:t>리뷰/회고로 개선점 도출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학생 실습 확장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댓글/대댓글 권한 모델 추가</a:t>
            </a:r>
          </a:p>
          <a:p>
            <a:pPr>
              <a:defRPr sz="2100"/>
            </a:pPr>
            <a:r>
              <a:t>게시글 비밀번호 열람 정책 구현</a:t>
            </a:r>
          </a:p>
          <a:p>
            <a:pPr>
              <a:defRPr sz="2100"/>
            </a:pPr>
            <a:r>
              <a:t>감사 로그 테이블 설계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결론 및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PRD는 개발 전체의 기준선</a:t>
            </a:r>
          </a:p>
          <a:p>
            <a:pPr>
              <a:defRPr sz="2100"/>
            </a:pPr>
            <a:r>
              <a:t>권한 기능의 최종 책임은 서버</a:t>
            </a:r>
          </a:p>
          <a:p>
            <a:pPr>
              <a:defRPr sz="2100"/>
            </a:pPr>
            <a:r>
              <a:t>좋은 요구사항이 좋은 구현을 만든다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